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Saludar y presentar al equipo. Duración total: 10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Repasar rápido; el detalle viene en cada diapositiva.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Sur creció más, aunque vende menos en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imagen es solo un ejemplo: cámbiala por la tuya.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0"/>
            <a:ext cx="12191695" cy="228600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</a:rPr>
              <a:t>Informe del semestre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>
                <a:solidFill>
                  <a:srgbClr val="CFE8F0"/>
                </a:solidFill>
              </a:rPr>
              <a:t>Equipo de ventas · 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365760"/>
            <a:ext cx="10698480" cy="1005840"/>
          </a:xfrm>
        </p:spPr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754880"/>
          </a:xfrm>
        </p:spPr>
        <p:txBody>
          <a:bodyPr/>
          <a:lstStyle/>
          <a:p>
            <a:r>
              <a:t>Resultados del semestre</a:t>
            </a:r>
          </a:p>
          <a:p>
            <a:pPr lvl="1"/>
            <a:r>
              <a:t>Ventas por región</a:t>
            </a:r>
          </a:p>
          <a:p>
            <a:pPr lvl="1"/>
            <a:r>
              <a:t>Clientes nuevos</a:t>
            </a:r>
          </a:p>
          <a:p>
            <a:pPr/>
            <a:r>
              <a:t>Proyectos terminados</a:t>
            </a:r>
          </a:p>
          <a:p>
            <a:pPr/>
            <a:r>
              <a:t>Siguientes pasos</a:t>
            </a:r>
          </a:p>
          <a:p>
            <a:pPr lvl="1"/>
            <a:r>
              <a:t>Presupuesto 2027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B4F6C"/>
                </a:solidFill>
              </a:rPr>
              <a:t>Ventas por región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2000" b="1"/>
                        <a:t>Región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Enero–Marzo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Abril–Junio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Crecimiento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2000" b="0"/>
                        <a:t>Norte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$420,000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$505,000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+20 %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2000" b="0"/>
                        <a:t>Centro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$610,000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$688,000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+13 %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2000" b="0"/>
                        <a:t>Sur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$305,000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$372,000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+22 %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2000" b="1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$1,335,000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$1,565,000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+17 %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B4F6C"/>
                </a:solidFill>
              </a:rPr>
              <a:t>Cómo atendemos a un cliente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560320"/>
            <a:ext cx="2194560" cy="1463040"/>
          </a:xfrm>
          <a:prstGeom prst="round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Contacto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017520" y="3063240"/>
            <a:ext cx="457200" cy="45720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66160" y="2560320"/>
            <a:ext cx="2194560" cy="1463040"/>
          </a:xfrm>
          <a:prstGeom prst="roundRect">
            <a:avLst/>
          </a:prstGeom>
          <a:solidFill>
            <a:srgbClr val="14A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Propuesta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52160" y="3063240"/>
            <a:ext cx="457200" cy="45720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0" y="2560320"/>
            <a:ext cx="2194560" cy="1463040"/>
          </a:xfrm>
          <a:prstGeom prst="round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Cierre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86800" y="3063240"/>
            <a:ext cx="457200" cy="45720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35440" y="2560320"/>
            <a:ext cx="2194560" cy="1463040"/>
          </a:xfrm>
          <a:prstGeom prst="roundRect">
            <a:avLst/>
          </a:prstGeom>
          <a:solidFill>
            <a:srgbClr val="76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Seguimiento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0" y="4937760"/>
            <a:ext cx="1280160" cy="128016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4 pasos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B4F6C"/>
                </a:solidFill>
              </a:rPr>
              <a:t>Clientes nuevos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51206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444444"/>
                </a:solidFill>
              </a:rPr>
              <a:t>340 clientes nuevos este semestre</a:t>
            </a:r>
          </a:p>
          <a:p>
            <a:pPr algn="l"/>
            <a:r>
              <a:rPr sz="2600" b="0">
                <a:solidFill>
                  <a:srgbClr val="444444"/>
                </a:solidFill>
              </a:rPr>
              <a:t>El 60 % llegó por recomendación</a:t>
            </a:r>
          </a:p>
          <a:p>
            <a:pPr algn="l"/>
            <a:r>
              <a:rPr sz="2600" b="0">
                <a:solidFill>
                  <a:srgbClr val="444444"/>
                </a:solidFill>
              </a:rPr>
              <a:t>La meta para 2027 es 500</a:t>
            </a:r>
          </a:p>
        </p:txBody>
      </p:sp>
      <p:pic>
        <p:nvPicPr>
          <p:cNvPr id="4" name="Picture 3" descr="graf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502920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B4F6C"/>
                </a:solidFill>
              </a:rPr>
              <a:t>Diapositiva oculta (respaldo)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>
                <a:solidFill>
                  <a:srgbClr val="444444"/>
                </a:solidFill>
              </a:rPr>
              <a:t>Esta no sale al presentar: está oculta. Sirve para probar.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A3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377440"/>
            <a:ext cx="1219169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¡Gracias!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49039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